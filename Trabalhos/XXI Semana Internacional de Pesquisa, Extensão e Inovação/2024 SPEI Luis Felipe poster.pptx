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0" autoAdjust="0"/>
    <p:restoredTop sz="94660"/>
  </p:normalViewPr>
  <p:slideViewPr>
    <p:cSldViewPr snapToGrid="0">
      <p:cViewPr>
        <p:scale>
          <a:sx n="25" d="100"/>
          <a:sy n="25" d="100"/>
        </p:scale>
        <p:origin x="2076" y="-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36D38-E997-4F45-BDCA-ACA58D6F63D6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it-I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475FD-CD1C-4D05-9048-2FCCFA08E979}" type="slidenum">
              <a:rPr lang="it-IT" smtClean="0"/>
              <a:t>‹nº›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290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95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60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41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54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11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19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62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7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72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44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88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899A5-49C1-4FC6-87F4-3DD14D5C30D1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0225F-0784-4E86-81A7-19FA9050E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0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www.r-project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C43741D-0EE8-9CD5-F661-A723C5BE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76" t="18512" r="6068" b="58078"/>
          <a:stretch/>
        </p:blipFill>
        <p:spPr>
          <a:xfrm>
            <a:off x="0" y="19368"/>
            <a:ext cx="32399288" cy="682797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FB50F42-246A-0553-A7AF-B229A372B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61" t="65169" r="6096" b="15881"/>
          <a:stretch/>
        </p:blipFill>
        <p:spPr>
          <a:xfrm>
            <a:off x="4876811" y="38531914"/>
            <a:ext cx="27418963" cy="4671946"/>
          </a:xfrm>
          <a:prstGeom prst="rect">
            <a:avLst/>
          </a:prstGeom>
        </p:spPr>
      </p:pic>
      <p:sp>
        <p:nvSpPr>
          <p:cNvPr id="80" name="Google Shape;97;p1">
            <a:extLst>
              <a:ext uri="{FF2B5EF4-FFF2-40B4-BE49-F238E27FC236}">
                <a16:creationId xmlns:a16="http://schemas.microsoft.com/office/drawing/2014/main" id="{2BD5DF31-803B-BE65-EDD4-E3EA7E37CDB4}"/>
              </a:ext>
            </a:extLst>
          </p:cNvPr>
          <p:cNvSpPr txBox="1"/>
          <p:nvPr/>
        </p:nvSpPr>
        <p:spPr>
          <a:xfrm>
            <a:off x="16383134" y="31786097"/>
            <a:ext cx="15276650" cy="674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u="none" strike="noStrike" cap="none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Conclusão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u="none" strike="noStrike" cap="none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	</a:t>
            </a:r>
            <a:r>
              <a:rPr lang="pt-BR" sz="5400" i="0" u="none" strike="noStrike" cap="none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O desenvolvimento do algoritmo cumpriu com êxito o objetivo de automatizar a agregação e organização de dados da Plataforma Sucupira. Ele servirá como base para a implementação do Observatório DL, facilitando a análise e a divulgação de informações sobre a formação acadêmica e a produção científica do programa.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858CB7-5539-B115-80DA-AFCA934AFA91}"/>
              </a:ext>
            </a:extLst>
          </p:cNvPr>
          <p:cNvSpPr txBox="1"/>
          <p:nvPr/>
        </p:nvSpPr>
        <p:spPr>
          <a:xfrm>
            <a:off x="739502" y="7446353"/>
            <a:ext cx="30920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b="1" dirty="0">
                <a:solidFill>
                  <a:srgbClr val="1E1E23"/>
                </a:solidFill>
              </a:rPr>
              <a:t>DESENVOLVIMENTO DE ALGORITMO PARA AGREGAÇÃO DE DADOS DA</a:t>
            </a:r>
          </a:p>
          <a:p>
            <a:pPr algn="ctr"/>
            <a:r>
              <a:rPr lang="pt-BR" sz="7000" b="1" dirty="0">
                <a:solidFill>
                  <a:srgbClr val="1E1E23"/>
                </a:solidFill>
              </a:rPr>
              <a:t>PLATAFORMA SUCIPIRA PARA O OBSERVATÓRIO DL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4327AA-3D6A-B41A-C852-09524F824CA6}"/>
              </a:ext>
            </a:extLst>
          </p:cNvPr>
          <p:cNvSpPr txBox="1"/>
          <p:nvPr/>
        </p:nvSpPr>
        <p:spPr>
          <a:xfrm>
            <a:off x="739501" y="9754676"/>
            <a:ext cx="30920283" cy="194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800" dirty="0">
                <a:solidFill>
                  <a:srgbClr val="1E1E23"/>
                </a:solidFill>
              </a:rPr>
              <a:t>Luis Felipe Macedo dos Santos, Arthur de Sá Ferreira</a:t>
            </a:r>
          </a:p>
          <a:p>
            <a:pPr algn="ctr"/>
            <a:r>
              <a:rPr lang="pt-BR" sz="5236" baseline="30000" dirty="0">
                <a:solidFill>
                  <a:srgbClr val="1E1E23"/>
                </a:solidFill>
              </a:rPr>
              <a:t>1</a:t>
            </a:r>
            <a:r>
              <a:rPr lang="pt-BR" sz="5236" i="1" dirty="0">
                <a:solidFill>
                  <a:srgbClr val="1E1E23"/>
                </a:solidFill>
              </a:rPr>
              <a:t>Graduação em Análise de Sistemas; </a:t>
            </a:r>
            <a:r>
              <a:rPr lang="pt-BR" sz="5236" baseline="30000" dirty="0">
                <a:solidFill>
                  <a:srgbClr val="1E1E23"/>
                </a:solidFill>
              </a:rPr>
              <a:t>2</a:t>
            </a:r>
            <a:r>
              <a:rPr lang="pt-BR" sz="5236" i="1" dirty="0">
                <a:solidFill>
                  <a:srgbClr val="1E1E23"/>
                </a:solidFill>
              </a:rPr>
              <a:t>Programa de Pós-graduação em Desenvolvimento Local</a:t>
            </a:r>
          </a:p>
        </p:txBody>
      </p:sp>
      <p:pic>
        <p:nvPicPr>
          <p:cNvPr id="16" name="Imagem 15" descr="Uma imagem contendo desenho, relógio, placar&#10;&#10;Descrição gerada automaticamente">
            <a:extLst>
              <a:ext uri="{FF2B5EF4-FFF2-40B4-BE49-F238E27FC236}">
                <a16:creationId xmlns:a16="http://schemas.microsoft.com/office/drawing/2014/main" id="{A20BCB7C-9F7A-4132-053F-9BAA03B38B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6955" y="39987262"/>
            <a:ext cx="6480063" cy="117819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Imagem 16" descr="Logotipo&#10;&#10;Descrição gerada automaticamente">
            <a:extLst>
              <a:ext uri="{FF2B5EF4-FFF2-40B4-BE49-F238E27FC236}">
                <a16:creationId xmlns:a16="http://schemas.microsoft.com/office/drawing/2014/main" id="{585A4A02-E3DF-E68A-E7C9-1C1793AFBF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346" y="39987262"/>
            <a:ext cx="3809493" cy="117819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Imagem 17" descr="Logotipo&#10;&#10;Descrição gerada automaticamente">
            <a:extLst>
              <a:ext uri="{FF2B5EF4-FFF2-40B4-BE49-F238E27FC236}">
                <a16:creationId xmlns:a16="http://schemas.microsoft.com/office/drawing/2014/main" id="{27BC2117-FE52-8844-FD41-14ED49171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602" y="39987262"/>
            <a:ext cx="2906210" cy="1178194"/>
          </a:xfrm>
          <a:prstGeom prst="rect">
            <a:avLst/>
          </a:prstGeom>
        </p:spPr>
      </p:pic>
      <p:sp>
        <p:nvSpPr>
          <p:cNvPr id="74" name="Google Shape;95;p1">
            <a:extLst>
              <a:ext uri="{FF2B5EF4-FFF2-40B4-BE49-F238E27FC236}">
                <a16:creationId xmlns:a16="http://schemas.microsoft.com/office/drawing/2014/main" id="{976881F9-4432-178D-6942-A4A3319E5148}"/>
              </a:ext>
            </a:extLst>
          </p:cNvPr>
          <p:cNvSpPr txBox="1"/>
          <p:nvPr/>
        </p:nvSpPr>
        <p:spPr>
          <a:xfrm>
            <a:off x="358500" y="12031679"/>
            <a:ext cx="15281974" cy="2668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defTabSz="914400">
              <a:buClr>
                <a:srgbClr val="000000"/>
              </a:buClr>
              <a:buFont typeface="Arial"/>
              <a:buNone/>
            </a:pPr>
            <a:r>
              <a:rPr lang="pt-BR" sz="5400" b="1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Introdução</a:t>
            </a:r>
          </a:p>
          <a:p>
            <a:pPr algn="just" defTabSz="914400">
              <a:buClr>
                <a:srgbClr val="000000"/>
              </a:buClr>
              <a:buFont typeface="Arial"/>
              <a:buNone/>
            </a:pPr>
            <a:r>
              <a:rPr lang="pt-BR" sz="5400" kern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	O uso de tecnologias de informação para a organização de dados e suporte à tomada de decisões no contexto de desenvolvimento sustentável é cada vez mais importante. Este projeto tem como objetivo desenvolver um algoritmo em R para a agregação e consolidação de dados da Plataforma Sucupira, referentes à formação de pessoal e à produção científica do Programa de Pós-Graduação em Desenvolvimento Local da UNISUAM.</a:t>
            </a:r>
          </a:p>
          <a:p>
            <a:pPr algn="just" defTabSz="914400">
              <a:buClr>
                <a:srgbClr val="000000"/>
              </a:buClr>
              <a:buFont typeface="Arial"/>
              <a:buNone/>
            </a:pPr>
            <a:endParaRPr lang="pt-BR" sz="5400" kern="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just" defTabSz="914400">
              <a:buClr>
                <a:srgbClr val="000000"/>
              </a:buClr>
              <a:buFont typeface="Arial"/>
              <a:buNone/>
            </a:pPr>
            <a:r>
              <a:rPr lang="pt-BR" sz="5400" b="1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Métodos:</a:t>
            </a:r>
          </a:p>
          <a:p>
            <a:pPr algn="just" defTabSz="914400">
              <a:buClr>
                <a:srgbClr val="000000"/>
              </a:buClr>
              <a:buFont typeface="Arial"/>
              <a:buNone/>
            </a:pPr>
            <a:r>
              <a:rPr lang="pt-BR" sz="5400" b="1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	</a:t>
            </a:r>
            <a:r>
              <a:rPr lang="pt-BR" sz="5400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O algoritmo foi desenvolvido utilizando a linguagem </a:t>
            </a:r>
            <a:r>
              <a:rPr lang="pt-BR" sz="5400" kern="0" dirty="0" err="1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R</a:t>
            </a:r>
            <a:r>
              <a:rPr lang="pt-BR" sz="5400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 (</a:t>
            </a:r>
            <a:r>
              <a:rPr lang="pt-BR" sz="5400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  <a:hlinkClick r:id="rId7"/>
              </a:rPr>
              <a:t>https://www.r-project.org</a:t>
            </a:r>
            <a:r>
              <a:rPr lang="pt-BR" sz="5400" kern="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), O script identifica e lê automaticamente os arquivos, percorre as planilhas e consolida as informações em uma base de dados unificada. Para garantir a integridade dos dados, o algoritmo utiliza funções para agregar diferentes abas de cada arquivo e salvar os resultados em novos arquivos de forma segura, com a possibilidade de sobreposição controlada.</a:t>
            </a:r>
          </a:p>
          <a:p>
            <a:pPr algn="just" defTabSz="914400">
              <a:buClr>
                <a:srgbClr val="000000"/>
              </a:buClr>
              <a:buFont typeface="Arial"/>
              <a:buNone/>
            </a:pPr>
            <a:endParaRPr lang="pt-BR" sz="5400" kern="0" dirty="0">
              <a:latin typeface="Arial" panose="020B0604020202020204" pitchFamily="34" charset="0"/>
              <a:ea typeface="Arial Narrow"/>
              <a:cs typeface="Arial" panose="020B0604020202020204" pitchFamily="34" charset="0"/>
              <a:sym typeface="Arial Narrow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u="none" strike="noStrike" cap="none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Resultados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dirty="0">
                <a:latin typeface="Arial" panose="020B0604020202020204" pitchFamily="34" charset="0"/>
                <a:ea typeface="Arial Narrow"/>
                <a:cs typeface="Arial" panose="020B0604020202020204" pitchFamily="34" charset="0"/>
                <a:sym typeface="Arial Narrow"/>
              </a:rPr>
              <a:t>	O algoritmo mostrou-se eficiente ao consolidar dados de múltiplas fontes e períodos. A ferramenta também gerou relatórios automatizados, prontos para futuras análises, e foi testada com sucesso em diversas iterações, demonstrando versatilidade e precisão na agregação dos dados.</a:t>
            </a:r>
            <a:endParaRPr lang="pt-BR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D09E44C9-27CD-1288-20EC-277C59A7CD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134" y="13229764"/>
            <a:ext cx="15125126" cy="170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649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</TotalTime>
  <Words>283</Words>
  <Application>Microsoft Office PowerPoint</Application>
  <PresentationFormat>Personalizar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Patrícia Vigário</dc:creator>
  <cp:lastModifiedBy>Luis Felipe</cp:lastModifiedBy>
  <cp:revision>13</cp:revision>
  <dcterms:created xsi:type="dcterms:W3CDTF">2023-10-03T17:36:12Z</dcterms:created>
  <dcterms:modified xsi:type="dcterms:W3CDTF">2024-10-28T21:10:12Z</dcterms:modified>
</cp:coreProperties>
</file>